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71" r:id="rId8"/>
    <p:sldId id="272" r:id="rId9"/>
    <p:sldId id="273" r:id="rId10"/>
    <p:sldId id="274" r:id="rId11"/>
    <p:sldId id="268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BCD38-3B3F-4E44-8936-77FFA0F0427A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F43C3-184E-4AB7-B63B-4F07B6BCF1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6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601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F9CA7-0EEE-F68E-DC1E-498AC707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D56B-8603-FA04-E0B3-F5BCA2920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BB3DAE-9C85-2E77-F404-D7C674B0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992DE7-086E-9626-09DB-A91D7DB0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632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1F43C3-184E-4AB7-B63B-4F07B6BCF1C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37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223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82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38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53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3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3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13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989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44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7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652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93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4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80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44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076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0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1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Automation using Selenium with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Presentation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StackDemo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Nandivada Prasad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Course/Internship: Python Automation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11/03/26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Selenium WebDriver with Python">
            <a:extLst>
              <a:ext uri="{FF2B5EF4-FFF2-40B4-BE49-F238E27FC236}">
                <a16:creationId xmlns:a16="http://schemas.microsoft.com/office/drawing/2014/main" id="{A7862365-95C0-2C28-CD8B-27A8A35EF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t="6309" r="8408" b="7220"/>
          <a:stretch>
            <a:fillRect/>
          </a:stretch>
        </p:blipFill>
        <p:spPr bwMode="auto">
          <a:xfrm>
            <a:off x="6120415" y="2247227"/>
            <a:ext cx="2566385" cy="2363545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ipro Group | CyberArk">
            <a:extLst>
              <a:ext uri="{FF2B5EF4-FFF2-40B4-BE49-F238E27FC236}">
                <a16:creationId xmlns:a16="http://schemas.microsoft.com/office/drawing/2014/main" id="{733DF9EC-4D6A-C27D-EBBD-A95FEFE37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of Web Application by Manually takes more time process and repeating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Websites require testing of some features like Login with credentials, Search for products, Checking cart and Giving Address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testing all these functions Automatically by using Selenium with python.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1C2F3A9F-31F4-4895-28D3-EAD670D63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128639"/>
            <a:ext cx="7704667" cy="1981200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1877" y="2083323"/>
            <a:ext cx="8161867" cy="406295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of this project is to automate testing of the website using Selenium.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project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the website features like login, product selection, cart, checkout, and logout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Python, Selenium and Page Object Model to perform web automation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Excel file to run with different data and credentials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Execution using Pytest framework and generated reports to view test results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Run multiple tests at the same time by using Parallel Execution</a:t>
            </a:r>
          </a:p>
          <a:p>
            <a:endParaRPr dirty="0"/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59BCD019-9E5F-CF32-D069-F1478C20A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ChromeDriver - for browser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 for scripts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automate web browser actions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Pytest - For test Framework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OpenPyXL - used to read data from excel</a:t>
            </a:r>
          </a:p>
          <a:p>
            <a:endParaRPr lang="en-US" dirty="0"/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672502BE-12F7-4B1E-EDEC-E59B09035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Framework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85F527-92CB-3269-9766-4F2318697236}"/>
              </a:ext>
            </a:extLst>
          </p:cNvPr>
          <p:cNvSpPr/>
          <p:nvPr/>
        </p:nvSpPr>
        <p:spPr>
          <a:xfrm>
            <a:off x="4232714" y="2916402"/>
            <a:ext cx="1414019" cy="6528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Scripts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7BE642-85C5-D150-7C70-532722A85CC1}"/>
              </a:ext>
            </a:extLst>
          </p:cNvPr>
          <p:cNvSpPr/>
          <p:nvPr/>
        </p:nvSpPr>
        <p:spPr>
          <a:xfrm>
            <a:off x="616782" y="2919953"/>
            <a:ext cx="1545996" cy="6528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Objects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A839DE-4AC5-8214-4227-B37C9FC8829D}"/>
              </a:ext>
            </a:extLst>
          </p:cNvPr>
          <p:cNvSpPr/>
          <p:nvPr/>
        </p:nvSpPr>
        <p:spPr>
          <a:xfrm>
            <a:off x="2622380" y="2916402"/>
            <a:ext cx="1260048" cy="6528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88A945-1E26-DFF9-9A1E-37C3B5F5D218}"/>
              </a:ext>
            </a:extLst>
          </p:cNvPr>
          <p:cNvSpPr/>
          <p:nvPr/>
        </p:nvSpPr>
        <p:spPr>
          <a:xfrm>
            <a:off x="5997020" y="2919953"/>
            <a:ext cx="1260048" cy="6528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Utilities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37F9BF-25BF-C99E-7A10-70847484111D}"/>
              </a:ext>
            </a:extLst>
          </p:cNvPr>
          <p:cNvSpPr/>
          <p:nvPr/>
        </p:nvSpPr>
        <p:spPr>
          <a:xfrm>
            <a:off x="7654566" y="2919953"/>
            <a:ext cx="1178349" cy="65280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52D71-FB6B-75C9-7236-DE006D8A4BB8}"/>
              </a:ext>
            </a:extLst>
          </p:cNvPr>
          <p:cNvSpPr txBox="1"/>
          <p:nvPr/>
        </p:nvSpPr>
        <p:spPr>
          <a:xfrm>
            <a:off x="4270191" y="4276742"/>
            <a:ext cx="1136786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B79E5A-5504-71FB-739D-D24D84442D57}"/>
              </a:ext>
            </a:extLst>
          </p:cNvPr>
          <p:cNvSpPr txBox="1"/>
          <p:nvPr/>
        </p:nvSpPr>
        <p:spPr>
          <a:xfrm>
            <a:off x="644454" y="4118973"/>
            <a:ext cx="1621278" cy="1754326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Page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Page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Page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Page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 Page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CC6BB1-539B-8561-921F-3CBFB09C8B17}"/>
              </a:ext>
            </a:extLst>
          </p:cNvPr>
          <p:cNvSpPr txBox="1"/>
          <p:nvPr/>
        </p:nvSpPr>
        <p:spPr>
          <a:xfrm>
            <a:off x="2654324" y="4276742"/>
            <a:ext cx="1196161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3FB6B-1F11-94DA-6DE3-001CF9F9A4EE}"/>
              </a:ext>
            </a:extLst>
          </p:cNvPr>
          <p:cNvSpPr txBox="1"/>
          <p:nvPr/>
        </p:nvSpPr>
        <p:spPr>
          <a:xfrm>
            <a:off x="5959378" y="4276742"/>
            <a:ext cx="1370888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Utility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Logger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9FAA6D-913F-F72E-50F2-A4703A507594}"/>
              </a:ext>
            </a:extLst>
          </p:cNvPr>
          <p:cNvSpPr txBox="1"/>
          <p:nvPr/>
        </p:nvSpPr>
        <p:spPr>
          <a:xfrm>
            <a:off x="7507641" y="4276742"/>
            <a:ext cx="1516184" cy="369332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Report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97C63A-DB58-E53D-1AF3-EB132A6B6F64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7257068" y="3246356"/>
            <a:ext cx="39749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A9F76B9-0C7C-A75D-D9CE-8795E7A39BBA}"/>
              </a:ext>
            </a:extLst>
          </p:cNvPr>
          <p:cNvCxnSpPr>
            <a:stCxn id="8" idx="2"/>
            <a:endCxn id="16" idx="0"/>
          </p:cNvCxnSpPr>
          <p:nvPr/>
        </p:nvCxnSpPr>
        <p:spPr>
          <a:xfrm>
            <a:off x="6627044" y="3572759"/>
            <a:ext cx="17778" cy="7039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C3503CA-6813-906E-029F-4393C3945C48}"/>
              </a:ext>
            </a:extLst>
          </p:cNvPr>
          <p:cNvCxnSpPr>
            <a:stCxn id="9" idx="2"/>
            <a:endCxn id="17" idx="0"/>
          </p:cNvCxnSpPr>
          <p:nvPr/>
        </p:nvCxnSpPr>
        <p:spPr>
          <a:xfrm>
            <a:off x="8243741" y="3572759"/>
            <a:ext cx="21992" cy="703983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6" descr="Wipro Group | CyberArk">
            <a:extLst>
              <a:ext uri="{FF2B5EF4-FFF2-40B4-BE49-F238E27FC236}">
                <a16:creationId xmlns:a16="http://schemas.microsoft.com/office/drawing/2014/main" id="{06B0E4FC-6A12-DD01-AA73-0533829C7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27D3F1-2C54-3742-7E14-7FA6BA42CF60}"/>
              </a:ext>
            </a:extLst>
          </p:cNvPr>
          <p:cNvSpPr txBox="1"/>
          <p:nvPr/>
        </p:nvSpPr>
        <p:spPr>
          <a:xfrm>
            <a:off x="6152467" y="5238870"/>
            <a:ext cx="966931" cy="369332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Conftest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14895BF-71DC-E113-1213-3AF222EEBBB8}"/>
              </a:ext>
            </a:extLst>
          </p:cNvPr>
          <p:cNvCxnSpPr/>
          <p:nvPr/>
        </p:nvCxnSpPr>
        <p:spPr>
          <a:xfrm>
            <a:off x="5798271" y="3246356"/>
            <a:ext cx="0" cy="21771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AE1C61-3FF3-CE5B-EC2D-E0A554AE72B7}"/>
              </a:ext>
            </a:extLst>
          </p:cNvPr>
          <p:cNvCxnSpPr>
            <a:endCxn id="5" idx="1"/>
          </p:cNvCxnSpPr>
          <p:nvPr/>
        </p:nvCxnSpPr>
        <p:spPr>
          <a:xfrm>
            <a:off x="5798271" y="5423536"/>
            <a:ext cx="354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00F560-6C7B-7C29-EE72-C1E5712BF8E7}"/>
              </a:ext>
            </a:extLst>
          </p:cNvPr>
          <p:cNvCxnSpPr>
            <a:stCxn id="6" idx="3"/>
            <a:endCxn id="7" idx="1"/>
          </p:cNvCxnSpPr>
          <p:nvPr/>
        </p:nvCxnSpPr>
        <p:spPr>
          <a:xfrm flipV="1">
            <a:off x="2162778" y="3242805"/>
            <a:ext cx="459602" cy="3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A174CF2-9F13-AE72-FE7C-7B7D2780F4FE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>
            <a:off x="3882428" y="3242805"/>
            <a:ext cx="35028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0A6F4FA-205E-A546-8D11-162654999068}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5646733" y="3242805"/>
            <a:ext cx="350287" cy="3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8E7E05-4FB8-822F-83D5-AA0622B9CA8A}"/>
              </a:ext>
            </a:extLst>
          </p:cNvPr>
          <p:cNvCxnSpPr>
            <a:stCxn id="6" idx="2"/>
          </p:cNvCxnSpPr>
          <p:nvPr/>
        </p:nvCxnSpPr>
        <p:spPr>
          <a:xfrm>
            <a:off x="1389780" y="3572759"/>
            <a:ext cx="0" cy="5462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A98829D-F88F-A980-9371-E47A9D29B6C6}"/>
              </a:ext>
            </a:extLst>
          </p:cNvPr>
          <p:cNvCxnSpPr>
            <a:stCxn id="7" idx="2"/>
            <a:endCxn id="15" idx="0"/>
          </p:cNvCxnSpPr>
          <p:nvPr/>
        </p:nvCxnSpPr>
        <p:spPr>
          <a:xfrm>
            <a:off x="3252404" y="3569208"/>
            <a:ext cx="1" cy="7075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377C661-AA4B-01F0-F15E-63D26AF388E3}"/>
              </a:ext>
            </a:extLst>
          </p:cNvPr>
          <p:cNvCxnSpPr>
            <a:stCxn id="4" idx="2"/>
          </p:cNvCxnSpPr>
          <p:nvPr/>
        </p:nvCxnSpPr>
        <p:spPr>
          <a:xfrm flipH="1">
            <a:off x="4939723" y="3569208"/>
            <a:ext cx="1" cy="7075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438" y="146117"/>
            <a:ext cx="7704667" cy="1135929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Workflow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B79A538-93C2-B213-C5E4-DA7F9781D462}"/>
              </a:ext>
            </a:extLst>
          </p:cNvPr>
          <p:cNvSpPr/>
          <p:nvPr/>
        </p:nvSpPr>
        <p:spPr>
          <a:xfrm>
            <a:off x="3855563" y="1168924"/>
            <a:ext cx="1432874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BFD785-30B6-8F4E-06AE-23F06302A0B9}"/>
              </a:ext>
            </a:extLst>
          </p:cNvPr>
          <p:cNvSpPr/>
          <p:nvPr/>
        </p:nvSpPr>
        <p:spPr>
          <a:xfrm>
            <a:off x="3360655" y="1813089"/>
            <a:ext cx="2422689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Browser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7238DB2-ABB3-A01A-EF86-08CC3D56E93A}"/>
              </a:ext>
            </a:extLst>
          </p:cNvPr>
          <p:cNvSpPr/>
          <p:nvPr/>
        </p:nvSpPr>
        <p:spPr>
          <a:xfrm>
            <a:off x="2903456" y="2457254"/>
            <a:ext cx="3327662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with Excel 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869F7E-928F-D0B6-0045-B31DC23AF3DF}"/>
              </a:ext>
            </a:extLst>
          </p:cNvPr>
          <p:cNvSpPr/>
          <p:nvPr/>
        </p:nvSpPr>
        <p:spPr>
          <a:xfrm>
            <a:off x="2309565" y="3101419"/>
            <a:ext cx="4524865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add Product to cart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D5CE18-8C2E-A9F8-8F67-3B6E37D979EF}"/>
              </a:ext>
            </a:extLst>
          </p:cNvPr>
          <p:cNvSpPr/>
          <p:nvPr/>
        </p:nvSpPr>
        <p:spPr>
          <a:xfrm>
            <a:off x="2007909" y="3745584"/>
            <a:ext cx="5118755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Checkout &amp; Shipping Details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66D89D-4AEC-DF90-9532-9C750970A2A4}"/>
              </a:ext>
            </a:extLst>
          </p:cNvPr>
          <p:cNvSpPr/>
          <p:nvPr/>
        </p:nvSpPr>
        <p:spPr>
          <a:xfrm>
            <a:off x="2083325" y="4389749"/>
            <a:ext cx="4967924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Order &amp; Verify Confirmation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9F6DCF-FC60-1C28-D8D2-FFFC26938746}"/>
              </a:ext>
            </a:extLst>
          </p:cNvPr>
          <p:cNvSpPr/>
          <p:nvPr/>
        </p:nvSpPr>
        <p:spPr>
          <a:xfrm>
            <a:off x="2903456" y="5033914"/>
            <a:ext cx="3327662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Receipt Download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CDC824-9D6E-EF06-CDAC-FCE0680F93AE}"/>
              </a:ext>
            </a:extLst>
          </p:cNvPr>
          <p:cNvSpPr/>
          <p:nvPr/>
        </p:nvSpPr>
        <p:spPr>
          <a:xfrm>
            <a:off x="3360655" y="5671795"/>
            <a:ext cx="2422689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Logout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84A24CE-A518-EEDA-DB9D-7E43D7FB2516}"/>
              </a:ext>
            </a:extLst>
          </p:cNvPr>
          <p:cNvSpPr/>
          <p:nvPr/>
        </p:nvSpPr>
        <p:spPr>
          <a:xfrm>
            <a:off x="3855558" y="6278250"/>
            <a:ext cx="1432874" cy="433633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855798A-606A-8DBD-9ED6-AC236D9E7085}"/>
              </a:ext>
            </a:extLst>
          </p:cNvPr>
          <p:cNvCxnSpPr>
            <a:stCxn id="4" idx="4"/>
            <a:endCxn id="5" idx="0"/>
          </p:cNvCxnSpPr>
          <p:nvPr/>
        </p:nvCxnSpPr>
        <p:spPr>
          <a:xfrm>
            <a:off x="4572000" y="1602557"/>
            <a:ext cx="0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5789D74-39CE-3ABE-7A60-4712CB9FEC4B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 flipH="1">
            <a:off x="4567287" y="2246722"/>
            <a:ext cx="4713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B86BE76-2710-1C93-993F-921F4757A267}"/>
              </a:ext>
            </a:extLst>
          </p:cNvPr>
          <p:cNvCxnSpPr>
            <a:cxnSpLocks/>
            <a:stCxn id="6" idx="4"/>
            <a:endCxn id="7" idx="0"/>
          </p:cNvCxnSpPr>
          <p:nvPr/>
        </p:nvCxnSpPr>
        <p:spPr>
          <a:xfrm>
            <a:off x="4567287" y="2890887"/>
            <a:ext cx="4711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520DB18-6928-5301-DD90-186A62128207}"/>
              </a:ext>
            </a:extLst>
          </p:cNvPr>
          <p:cNvCxnSpPr>
            <a:cxnSpLocks/>
            <a:stCxn id="7" idx="4"/>
            <a:endCxn id="8" idx="0"/>
          </p:cNvCxnSpPr>
          <p:nvPr/>
        </p:nvCxnSpPr>
        <p:spPr>
          <a:xfrm flipH="1">
            <a:off x="4567287" y="3535052"/>
            <a:ext cx="4711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DA3E234-4FA0-AF80-5C67-402290BF66F5}"/>
              </a:ext>
            </a:extLst>
          </p:cNvPr>
          <p:cNvCxnSpPr>
            <a:cxnSpLocks/>
            <a:stCxn id="8" idx="4"/>
            <a:endCxn id="9" idx="0"/>
          </p:cNvCxnSpPr>
          <p:nvPr/>
        </p:nvCxnSpPr>
        <p:spPr>
          <a:xfrm>
            <a:off x="4567287" y="4179217"/>
            <a:ext cx="0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97E0801-2144-94FB-2F22-EC88F2D750A4}"/>
              </a:ext>
            </a:extLst>
          </p:cNvPr>
          <p:cNvCxnSpPr>
            <a:cxnSpLocks/>
            <a:stCxn id="9" idx="4"/>
            <a:endCxn id="10" idx="0"/>
          </p:cNvCxnSpPr>
          <p:nvPr/>
        </p:nvCxnSpPr>
        <p:spPr>
          <a:xfrm>
            <a:off x="4567287" y="4823382"/>
            <a:ext cx="0" cy="21053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9B0CFB7-8E89-6233-9A2A-D9B3D034BF5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4567287" y="5467547"/>
            <a:ext cx="4713" cy="2042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4AF1449-04EC-CFCB-3165-E54BEB0E6CBA}"/>
              </a:ext>
            </a:extLst>
          </p:cNvPr>
          <p:cNvCxnSpPr>
            <a:stCxn id="11" idx="4"/>
            <a:endCxn id="12" idx="0"/>
          </p:cNvCxnSpPr>
          <p:nvPr/>
        </p:nvCxnSpPr>
        <p:spPr>
          <a:xfrm flipH="1">
            <a:off x="4571995" y="6105428"/>
            <a:ext cx="5" cy="17282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Picture 6" descr="Wipro Group | CyberArk">
            <a:extLst>
              <a:ext uri="{FF2B5EF4-FFF2-40B4-BE49-F238E27FC236}">
                <a16:creationId xmlns:a16="http://schemas.microsoft.com/office/drawing/2014/main" id="{0628F7D4-7E2D-53F5-A994-E93D0FF59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701B3-A4D1-D734-87F2-5E2B92F75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B54B-0316-32ED-9841-81A020C56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2" y="128639"/>
            <a:ext cx="7704667" cy="1981200"/>
          </a:xfrm>
        </p:spPr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Output - Screen shots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FC9DE9-7755-CFCA-39A2-B367EC0DFB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12" y="2204990"/>
            <a:ext cx="7984505" cy="43107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E1ED2-AEB4-2D90-44CD-14C9B570FC7B}"/>
              </a:ext>
            </a:extLst>
          </p:cNvPr>
          <p:cNvSpPr txBox="1"/>
          <p:nvPr/>
        </p:nvSpPr>
        <p:spPr>
          <a:xfrm>
            <a:off x="842212" y="1796534"/>
            <a:ext cx="1494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6" descr="Wipro Group | CyberArk">
            <a:extLst>
              <a:ext uri="{FF2B5EF4-FFF2-40B4-BE49-F238E27FC236}">
                <a16:creationId xmlns:a16="http://schemas.microsoft.com/office/drawing/2014/main" id="{B15B4173-B984-BC53-A446-CDFC45FED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6183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EDEB0C-515E-6B46-A412-B17BE3EA0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546" y="1602556"/>
            <a:ext cx="7927943" cy="4645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448D6F-951E-CFF2-63F1-8FFDAEF4856A}"/>
              </a:ext>
            </a:extLst>
          </p:cNvPr>
          <p:cNvSpPr txBox="1"/>
          <p:nvPr/>
        </p:nvSpPr>
        <p:spPr>
          <a:xfrm>
            <a:off x="895546" y="1214370"/>
            <a:ext cx="2510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 Cart Page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Wipro Group | CyberArk">
            <a:extLst>
              <a:ext uri="{FF2B5EF4-FFF2-40B4-BE49-F238E27FC236}">
                <a16:creationId xmlns:a16="http://schemas.microsoft.com/office/drawing/2014/main" id="{5ADF9723-CB19-8FB3-7BD2-066E4413A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250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C2F197-6DF4-F249-937F-F7772E5B6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279" y="1709489"/>
            <a:ext cx="8088197" cy="4532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4CA1E8-0360-2E12-2259-CEB9A243D368}"/>
              </a:ext>
            </a:extLst>
          </p:cNvPr>
          <p:cNvSpPr txBox="1"/>
          <p:nvPr/>
        </p:nvSpPr>
        <p:spPr>
          <a:xfrm>
            <a:off x="895546" y="1340157"/>
            <a:ext cx="31987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&amp; Receipt Page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Wipro Group | CyberArk">
            <a:extLst>
              <a:ext uri="{FF2B5EF4-FFF2-40B4-BE49-F238E27FC236}">
                <a16:creationId xmlns:a16="http://schemas.microsoft.com/office/drawing/2014/main" id="{C153681D-332C-FC35-9447-6E5D09C8A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8958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F946E-C4E9-A5D1-F12D-006A4056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32" y="1676410"/>
            <a:ext cx="8078772" cy="4531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61A695B-0806-39AC-8D6D-0116DC4003D7}"/>
              </a:ext>
            </a:extLst>
          </p:cNvPr>
          <p:cNvSpPr txBox="1"/>
          <p:nvPr/>
        </p:nvSpPr>
        <p:spPr>
          <a:xfrm>
            <a:off x="961534" y="1276300"/>
            <a:ext cx="1579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Page 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6" descr="Wipro Group | CyberArk">
            <a:extLst>
              <a:ext uri="{FF2B5EF4-FFF2-40B4-BE49-F238E27FC236}">
                <a16:creationId xmlns:a16="http://schemas.microsoft.com/office/drawing/2014/main" id="{93550EC4-DCD8-FCBA-A532-1A60738CA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3914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which I faced during this Project 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implement the Page Object Model and Frameworks for Automation.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handling Dynamic elements and Xpath.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test data  to give Multiple data information in Excel.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time of Parallel Execution using Data Driven Testing.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 for page and elements loading.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C9B186B0-2F64-4FB3-A4D4-ACDB66E02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79408"/>
            <a:ext cx="7704667" cy="333281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report portion so that test results can be understood more clearly.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add more tests to increase the test of the application.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more techniques for test data to done  parallel execution in different browsers.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6E53ED04-C531-6066-D1BB-981BE55EC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318208"/>
            <a:ext cx="7704667" cy="333281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this project, I was able to understand how Selenium Automation works in real-time applications or websites.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learned POM method and Data Driven testing 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gained more experience on Selenium with Python while doing End to End Automation.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complete the login, add products, checkout and logout process  by automation testing.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Wipro Group | CyberArk">
            <a:extLst>
              <a:ext uri="{FF2B5EF4-FFF2-40B4-BE49-F238E27FC236}">
                <a16:creationId xmlns:a16="http://schemas.microsoft.com/office/drawing/2014/main" id="{2264D41F-10CD-9F56-9446-EB9512403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927" y="128639"/>
            <a:ext cx="1085073" cy="868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1643</TotalTime>
  <Words>445</Words>
  <Application>Microsoft Office PowerPoint</Application>
  <PresentationFormat>On-screen Show (4:3)</PresentationFormat>
  <Paragraphs>77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Corbel</vt:lpstr>
      <vt:lpstr>Times New Roman</vt:lpstr>
      <vt:lpstr>Wingdings</vt:lpstr>
      <vt:lpstr>Parallax</vt:lpstr>
      <vt:lpstr>Web Automation using Selenium with Python</vt:lpstr>
      <vt:lpstr>Problem Statement</vt:lpstr>
      <vt:lpstr>Project Objectives</vt:lpstr>
      <vt:lpstr>Tools and Technologies Used</vt:lpstr>
      <vt:lpstr>Automation Framework Architecture</vt:lpstr>
      <vt:lpstr>Project Workflow</vt:lpstr>
      <vt:lpstr>Project Test Output - Screen shots</vt:lpstr>
      <vt:lpstr>PowerPoint Presentation</vt:lpstr>
      <vt:lpstr>PowerPoint Presentation</vt:lpstr>
      <vt:lpstr>PowerPoint Presentation</vt:lpstr>
      <vt:lpstr>Challenges Faced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Prasad Nandivada</cp:lastModifiedBy>
  <cp:revision>21</cp:revision>
  <dcterms:created xsi:type="dcterms:W3CDTF">2013-01-27T09:14:16Z</dcterms:created>
  <dcterms:modified xsi:type="dcterms:W3CDTF">2026-03-11T10:21:35Z</dcterms:modified>
  <cp:category/>
</cp:coreProperties>
</file>